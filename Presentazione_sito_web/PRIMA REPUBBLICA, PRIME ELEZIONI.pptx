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sldIdLst>
    <p:sldId id="257" r:id="rId5"/>
    <p:sldId id="256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E278BB-7138-47FD-9BC5-F5232E13F1FB}" v="66" dt="2026-07-09T16:25:14.9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465EA0B-01F1-4687-9FB4-91E2CA2D4DB8}" type="doc">
      <dgm:prSet loTypeId="urn:microsoft.com/office/officeart/2005/8/layout/hierarchy1" loCatId="hierarchy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it-IT"/>
        </a:p>
      </dgm:t>
    </dgm:pt>
    <dgm:pt modelId="{DC6A8697-2D2F-451C-AD1F-C6D5FBEB4C97}">
      <dgm:prSet phldrT="[Testo]" phldr="0" custT="1"/>
      <dgm:spPr/>
      <dgm:t>
        <a:bodyPr/>
        <a:lstStyle/>
        <a:p>
          <a:r>
            <a:rPr lang="it-IT" sz="1800" dirty="0"/>
            <a:t>18 ITEM</a:t>
          </a:r>
        </a:p>
      </dgm:t>
    </dgm:pt>
    <dgm:pt modelId="{B6C033F6-64B8-44FA-9118-61A9AB9371D2}" type="parTrans" cxnId="{7AFF843D-F01D-4A70-AB9C-E1D184D42E60}">
      <dgm:prSet/>
      <dgm:spPr/>
      <dgm:t>
        <a:bodyPr/>
        <a:lstStyle/>
        <a:p>
          <a:endParaRPr lang="it-IT"/>
        </a:p>
      </dgm:t>
    </dgm:pt>
    <dgm:pt modelId="{1FA2A9D3-605D-4841-840F-8794932477BD}" type="sibTrans" cxnId="{7AFF843D-F01D-4A70-AB9C-E1D184D42E60}">
      <dgm:prSet/>
      <dgm:spPr/>
      <dgm:t>
        <a:bodyPr/>
        <a:lstStyle/>
        <a:p>
          <a:endParaRPr lang="it-IT"/>
        </a:p>
      </dgm:t>
    </dgm:pt>
    <dgm:pt modelId="{F5F1EE1F-BD6D-43E8-86DD-FE3E41A39242}">
      <dgm:prSet phldrT="[Testo]" phldr="0" custT="1"/>
      <dgm:spPr/>
      <dgm:t>
        <a:bodyPr/>
        <a:lstStyle/>
        <a:p>
          <a:r>
            <a:rPr lang="it-IT" sz="1400" dirty="0"/>
            <a:t>15 MANIFESTI</a:t>
          </a:r>
        </a:p>
      </dgm:t>
    </dgm:pt>
    <dgm:pt modelId="{DF720798-C170-4AEA-839E-CD1F70B5067B}" type="parTrans" cxnId="{39D5F51D-F29F-43CB-B7DA-896825AE795A}">
      <dgm:prSet/>
      <dgm:spPr/>
      <dgm:t>
        <a:bodyPr/>
        <a:lstStyle/>
        <a:p>
          <a:endParaRPr lang="it-IT"/>
        </a:p>
      </dgm:t>
    </dgm:pt>
    <dgm:pt modelId="{6BE815D8-C730-4929-9CB6-21E880776B9C}" type="sibTrans" cxnId="{39D5F51D-F29F-43CB-B7DA-896825AE795A}">
      <dgm:prSet/>
      <dgm:spPr/>
      <dgm:t>
        <a:bodyPr/>
        <a:lstStyle/>
        <a:p>
          <a:endParaRPr lang="it-IT"/>
        </a:p>
      </dgm:t>
    </dgm:pt>
    <dgm:pt modelId="{3F93E9A7-65CF-4EDD-9126-69CD392B0B93}">
      <dgm:prSet phldrT="[Testo]" phldr="0" custT="1"/>
      <dgm:spPr/>
      <dgm:t>
        <a:bodyPr/>
        <a:lstStyle/>
        <a:p>
          <a:r>
            <a:rPr lang="it-IT" sz="1400" dirty="0"/>
            <a:t>FORMATO .PNG</a:t>
          </a:r>
        </a:p>
        <a:p>
          <a:r>
            <a:rPr lang="it-IT" sz="1400" dirty="0"/>
            <a:t>AGGREGATORE:</a:t>
          </a:r>
        </a:p>
        <a:p>
          <a:r>
            <a:rPr lang="it-IT" sz="1400"/>
            <a:t>CgBC</a:t>
          </a:r>
          <a:endParaRPr lang="it-IT" sz="1400" dirty="0"/>
        </a:p>
      </dgm:t>
    </dgm:pt>
    <dgm:pt modelId="{D31843E8-E7EF-47E7-AFBD-23025878C969}" type="parTrans" cxnId="{27BCDB57-4347-4762-8159-60BF5EAF2C53}">
      <dgm:prSet/>
      <dgm:spPr/>
      <dgm:t>
        <a:bodyPr/>
        <a:lstStyle/>
        <a:p>
          <a:endParaRPr lang="it-IT"/>
        </a:p>
      </dgm:t>
    </dgm:pt>
    <dgm:pt modelId="{A5E681A3-94FC-4FAA-93C6-C3C2056ADAD5}" type="sibTrans" cxnId="{27BCDB57-4347-4762-8159-60BF5EAF2C53}">
      <dgm:prSet/>
      <dgm:spPr/>
      <dgm:t>
        <a:bodyPr/>
        <a:lstStyle/>
        <a:p>
          <a:endParaRPr lang="it-IT"/>
        </a:p>
      </dgm:t>
    </dgm:pt>
    <dgm:pt modelId="{F9424065-0D17-488A-BEF6-25C864ED6EC9}">
      <dgm:prSet phldrT="[Testo]" phldr="0" custT="1"/>
      <dgm:spPr/>
      <dgm:t>
        <a:bodyPr/>
        <a:lstStyle/>
        <a:p>
          <a:r>
            <a:rPr lang="it-IT" sz="1400" dirty="0"/>
            <a:t>2 VOLANTINI</a:t>
          </a:r>
        </a:p>
      </dgm:t>
    </dgm:pt>
    <dgm:pt modelId="{1F7C3DA3-7E72-4B28-9499-712D4F594EF6}" type="parTrans" cxnId="{D7E21555-7A9A-4882-9F0F-0290B95D18CD}">
      <dgm:prSet/>
      <dgm:spPr/>
      <dgm:t>
        <a:bodyPr/>
        <a:lstStyle/>
        <a:p>
          <a:endParaRPr lang="it-IT"/>
        </a:p>
      </dgm:t>
    </dgm:pt>
    <dgm:pt modelId="{EDABD1E7-F940-4C3D-9382-8A4BA11DF3FD}" type="sibTrans" cxnId="{D7E21555-7A9A-4882-9F0F-0290B95D18CD}">
      <dgm:prSet/>
      <dgm:spPr/>
      <dgm:t>
        <a:bodyPr/>
        <a:lstStyle/>
        <a:p>
          <a:endParaRPr lang="it-IT"/>
        </a:p>
      </dgm:t>
    </dgm:pt>
    <dgm:pt modelId="{4CC4BD67-3B6D-48EB-8437-6B2EBB244CD1}">
      <dgm:prSet phldrT="[Testo]" phldr="0" custT="1"/>
      <dgm:spPr/>
      <dgm:t>
        <a:bodyPr/>
        <a:lstStyle/>
        <a:p>
          <a:r>
            <a:rPr lang="it-IT" sz="1400" dirty="0"/>
            <a:t>FORMATO .PNG</a:t>
          </a:r>
        </a:p>
        <a:p>
          <a:r>
            <a:rPr lang="it-IT" sz="1400" dirty="0"/>
            <a:t>AGGREGATORE: EUROPEANA</a:t>
          </a:r>
        </a:p>
      </dgm:t>
    </dgm:pt>
    <dgm:pt modelId="{85ED77B1-00CB-441A-B08B-5EF58F5A86C8}" type="parTrans" cxnId="{AAB8FCB1-0EC6-44D5-B2EE-DC8566A2EFB3}">
      <dgm:prSet/>
      <dgm:spPr/>
      <dgm:t>
        <a:bodyPr/>
        <a:lstStyle/>
        <a:p>
          <a:endParaRPr lang="it-IT"/>
        </a:p>
      </dgm:t>
    </dgm:pt>
    <dgm:pt modelId="{198FA424-945A-47BA-AAE2-8511360FF46A}" type="sibTrans" cxnId="{AAB8FCB1-0EC6-44D5-B2EE-DC8566A2EFB3}">
      <dgm:prSet/>
      <dgm:spPr/>
      <dgm:t>
        <a:bodyPr/>
        <a:lstStyle/>
        <a:p>
          <a:endParaRPr lang="it-IT"/>
        </a:p>
      </dgm:t>
    </dgm:pt>
    <dgm:pt modelId="{3C8A382B-111A-46A6-A05A-79C370D17070}">
      <dgm:prSet phldrT="[Testo]" phldr="0" custT="1"/>
      <dgm:spPr/>
      <dgm:t>
        <a:bodyPr/>
        <a:lstStyle/>
        <a:p>
          <a:r>
            <a:rPr lang="it-IT" sz="1400" dirty="0"/>
            <a:t>UN CINEGIORNALE</a:t>
          </a:r>
        </a:p>
      </dgm:t>
    </dgm:pt>
    <dgm:pt modelId="{A34FE652-DA49-43BA-BE85-9073C7F84808}" type="parTrans" cxnId="{BC0F06C9-5BC9-405B-996D-99CF4607661D}">
      <dgm:prSet/>
      <dgm:spPr/>
      <dgm:t>
        <a:bodyPr/>
        <a:lstStyle/>
        <a:p>
          <a:endParaRPr lang="it-IT"/>
        </a:p>
      </dgm:t>
    </dgm:pt>
    <dgm:pt modelId="{2E253A44-9A0F-468B-81CD-2838611508E4}" type="sibTrans" cxnId="{BC0F06C9-5BC9-405B-996D-99CF4607661D}">
      <dgm:prSet/>
      <dgm:spPr/>
      <dgm:t>
        <a:bodyPr/>
        <a:lstStyle/>
        <a:p>
          <a:endParaRPr lang="it-IT"/>
        </a:p>
      </dgm:t>
    </dgm:pt>
    <dgm:pt modelId="{2A7D98FF-83A3-4760-9225-A2F104382296}">
      <dgm:prSet phldrT="[Testo]" phldr="0" custT="1"/>
      <dgm:spPr/>
      <dgm:t>
        <a:bodyPr/>
        <a:lstStyle/>
        <a:p>
          <a:r>
            <a:rPr lang="it-IT" sz="1400" dirty="0"/>
            <a:t>FORMATO .MP4</a:t>
          </a:r>
        </a:p>
        <a:p>
          <a:r>
            <a:rPr lang="it-IT" sz="1400" dirty="0"/>
            <a:t>AGGREGATORE: EUROPEANA</a:t>
          </a:r>
        </a:p>
      </dgm:t>
    </dgm:pt>
    <dgm:pt modelId="{43D079C9-3913-403D-BD4B-DBBB5777485D}" type="parTrans" cxnId="{5F404953-ADD1-4D4D-9366-9F3FFA1E7589}">
      <dgm:prSet/>
      <dgm:spPr/>
      <dgm:t>
        <a:bodyPr/>
        <a:lstStyle/>
        <a:p>
          <a:endParaRPr lang="it-IT"/>
        </a:p>
      </dgm:t>
    </dgm:pt>
    <dgm:pt modelId="{E14D4B57-D903-4453-86EB-DBCB0B155BC7}" type="sibTrans" cxnId="{5F404953-ADD1-4D4D-9366-9F3FFA1E7589}">
      <dgm:prSet/>
      <dgm:spPr/>
      <dgm:t>
        <a:bodyPr/>
        <a:lstStyle/>
        <a:p>
          <a:endParaRPr lang="it-IT"/>
        </a:p>
      </dgm:t>
    </dgm:pt>
    <dgm:pt modelId="{1E12C4D9-478C-4C28-8B13-E408DA0E0328}" type="pres">
      <dgm:prSet presAssocID="{F465EA0B-01F1-4687-9FB4-91E2CA2D4DB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9E29171-CB38-4C70-92F0-3869DAC0D114}" type="pres">
      <dgm:prSet presAssocID="{DC6A8697-2D2F-451C-AD1F-C6D5FBEB4C97}" presName="hierRoot1" presStyleCnt="0"/>
      <dgm:spPr/>
    </dgm:pt>
    <dgm:pt modelId="{59F74960-03AF-4CE1-B389-12EF7B1CE92A}" type="pres">
      <dgm:prSet presAssocID="{DC6A8697-2D2F-451C-AD1F-C6D5FBEB4C97}" presName="composite" presStyleCnt="0"/>
      <dgm:spPr/>
    </dgm:pt>
    <dgm:pt modelId="{D8CAE080-D3E4-46CC-BC3E-3B96B7179D39}" type="pres">
      <dgm:prSet presAssocID="{DC6A8697-2D2F-451C-AD1F-C6D5FBEB4C97}" presName="background" presStyleLbl="node0" presStyleIdx="0" presStyleCnt="1"/>
      <dgm:spPr/>
    </dgm:pt>
    <dgm:pt modelId="{C436AC36-0A08-42C5-BB2C-69BB12F01C64}" type="pres">
      <dgm:prSet presAssocID="{DC6A8697-2D2F-451C-AD1F-C6D5FBEB4C97}" presName="text" presStyleLbl="fgAcc0" presStyleIdx="0" presStyleCnt="1">
        <dgm:presLayoutVars>
          <dgm:chPref val="3"/>
        </dgm:presLayoutVars>
      </dgm:prSet>
      <dgm:spPr/>
    </dgm:pt>
    <dgm:pt modelId="{7322FDA0-956E-48E3-B1A1-C1A7D9A9B469}" type="pres">
      <dgm:prSet presAssocID="{DC6A8697-2D2F-451C-AD1F-C6D5FBEB4C97}" presName="hierChild2" presStyleCnt="0"/>
      <dgm:spPr/>
    </dgm:pt>
    <dgm:pt modelId="{A211EEED-51B6-4B88-A982-D450FFEF3EF9}" type="pres">
      <dgm:prSet presAssocID="{DF720798-C170-4AEA-839E-CD1F70B5067B}" presName="Name10" presStyleLbl="parChTrans1D2" presStyleIdx="0" presStyleCnt="3"/>
      <dgm:spPr/>
    </dgm:pt>
    <dgm:pt modelId="{17933182-95DD-4430-9905-5132550B3B48}" type="pres">
      <dgm:prSet presAssocID="{F5F1EE1F-BD6D-43E8-86DD-FE3E41A39242}" presName="hierRoot2" presStyleCnt="0"/>
      <dgm:spPr/>
    </dgm:pt>
    <dgm:pt modelId="{9CA63787-D577-4D3A-92B3-6A9C2929350D}" type="pres">
      <dgm:prSet presAssocID="{F5F1EE1F-BD6D-43E8-86DD-FE3E41A39242}" presName="composite2" presStyleCnt="0"/>
      <dgm:spPr/>
    </dgm:pt>
    <dgm:pt modelId="{F918E2DE-2A38-42C8-A2E6-57DC56398DA3}" type="pres">
      <dgm:prSet presAssocID="{F5F1EE1F-BD6D-43E8-86DD-FE3E41A39242}" presName="background2" presStyleLbl="node2" presStyleIdx="0" presStyleCnt="3"/>
      <dgm:spPr/>
    </dgm:pt>
    <dgm:pt modelId="{E747A37A-6C8D-4333-B8A1-83B669CF8AEB}" type="pres">
      <dgm:prSet presAssocID="{F5F1EE1F-BD6D-43E8-86DD-FE3E41A39242}" presName="text2" presStyleLbl="fgAcc2" presStyleIdx="0" presStyleCnt="3">
        <dgm:presLayoutVars>
          <dgm:chPref val="3"/>
        </dgm:presLayoutVars>
      </dgm:prSet>
      <dgm:spPr/>
    </dgm:pt>
    <dgm:pt modelId="{CC7B79C7-E060-454A-A254-32009A11F77B}" type="pres">
      <dgm:prSet presAssocID="{F5F1EE1F-BD6D-43E8-86DD-FE3E41A39242}" presName="hierChild3" presStyleCnt="0"/>
      <dgm:spPr/>
    </dgm:pt>
    <dgm:pt modelId="{39879AA0-4C16-499C-96B8-D376A6A5B126}" type="pres">
      <dgm:prSet presAssocID="{D31843E8-E7EF-47E7-AFBD-23025878C969}" presName="Name17" presStyleLbl="parChTrans1D3" presStyleIdx="0" presStyleCnt="3"/>
      <dgm:spPr/>
    </dgm:pt>
    <dgm:pt modelId="{B411218C-A28C-45E7-81E2-619DD6E9659B}" type="pres">
      <dgm:prSet presAssocID="{3F93E9A7-65CF-4EDD-9126-69CD392B0B93}" presName="hierRoot3" presStyleCnt="0"/>
      <dgm:spPr/>
    </dgm:pt>
    <dgm:pt modelId="{FF8737C4-09E5-4CC3-93C8-863E3B4B0D89}" type="pres">
      <dgm:prSet presAssocID="{3F93E9A7-65CF-4EDD-9126-69CD392B0B93}" presName="composite3" presStyleCnt="0"/>
      <dgm:spPr/>
    </dgm:pt>
    <dgm:pt modelId="{B565EC4D-2387-4FF4-9A45-77C9EEE6C362}" type="pres">
      <dgm:prSet presAssocID="{3F93E9A7-65CF-4EDD-9126-69CD392B0B93}" presName="background3" presStyleLbl="node3" presStyleIdx="0" presStyleCnt="3"/>
      <dgm:spPr/>
    </dgm:pt>
    <dgm:pt modelId="{EDF930C0-01E5-4138-91BA-5DCF4E7198AF}" type="pres">
      <dgm:prSet presAssocID="{3F93E9A7-65CF-4EDD-9126-69CD392B0B93}" presName="text3" presStyleLbl="fgAcc3" presStyleIdx="0" presStyleCnt="3">
        <dgm:presLayoutVars>
          <dgm:chPref val="3"/>
        </dgm:presLayoutVars>
      </dgm:prSet>
      <dgm:spPr/>
    </dgm:pt>
    <dgm:pt modelId="{6B8B6157-A9FC-4DCA-A5E8-CBF3F89A3FAD}" type="pres">
      <dgm:prSet presAssocID="{3F93E9A7-65CF-4EDD-9126-69CD392B0B93}" presName="hierChild4" presStyleCnt="0"/>
      <dgm:spPr/>
    </dgm:pt>
    <dgm:pt modelId="{9B0C1F51-0BF1-4400-ACAE-A7570C992FAB}" type="pres">
      <dgm:prSet presAssocID="{1F7C3DA3-7E72-4B28-9499-712D4F594EF6}" presName="Name10" presStyleLbl="parChTrans1D2" presStyleIdx="1" presStyleCnt="3"/>
      <dgm:spPr/>
    </dgm:pt>
    <dgm:pt modelId="{17D7283D-F9F0-4F9D-9214-A44032A70024}" type="pres">
      <dgm:prSet presAssocID="{F9424065-0D17-488A-BEF6-25C864ED6EC9}" presName="hierRoot2" presStyleCnt="0"/>
      <dgm:spPr/>
    </dgm:pt>
    <dgm:pt modelId="{75EFBDAF-1B58-4B31-A845-CED40F3BF313}" type="pres">
      <dgm:prSet presAssocID="{F9424065-0D17-488A-BEF6-25C864ED6EC9}" presName="composite2" presStyleCnt="0"/>
      <dgm:spPr/>
    </dgm:pt>
    <dgm:pt modelId="{68D80457-79CF-4DFE-AE8A-5A955A6B9659}" type="pres">
      <dgm:prSet presAssocID="{F9424065-0D17-488A-BEF6-25C864ED6EC9}" presName="background2" presStyleLbl="node2" presStyleIdx="1" presStyleCnt="3"/>
      <dgm:spPr/>
    </dgm:pt>
    <dgm:pt modelId="{AFAEB744-A927-48E1-8AE3-99AB8E6BEDCD}" type="pres">
      <dgm:prSet presAssocID="{F9424065-0D17-488A-BEF6-25C864ED6EC9}" presName="text2" presStyleLbl="fgAcc2" presStyleIdx="1" presStyleCnt="3">
        <dgm:presLayoutVars>
          <dgm:chPref val="3"/>
        </dgm:presLayoutVars>
      </dgm:prSet>
      <dgm:spPr/>
    </dgm:pt>
    <dgm:pt modelId="{50F2D454-AEC2-4976-9C30-A6B1540258A7}" type="pres">
      <dgm:prSet presAssocID="{F9424065-0D17-488A-BEF6-25C864ED6EC9}" presName="hierChild3" presStyleCnt="0"/>
      <dgm:spPr/>
    </dgm:pt>
    <dgm:pt modelId="{00AB23A2-C0DB-4DDF-9F0E-0B3F74BD8A78}" type="pres">
      <dgm:prSet presAssocID="{85ED77B1-00CB-441A-B08B-5EF58F5A86C8}" presName="Name17" presStyleLbl="parChTrans1D3" presStyleIdx="1" presStyleCnt="3"/>
      <dgm:spPr/>
    </dgm:pt>
    <dgm:pt modelId="{CAE0B914-6436-476F-8414-9E305EC5F337}" type="pres">
      <dgm:prSet presAssocID="{4CC4BD67-3B6D-48EB-8437-6B2EBB244CD1}" presName="hierRoot3" presStyleCnt="0"/>
      <dgm:spPr/>
    </dgm:pt>
    <dgm:pt modelId="{A77BC855-D1F4-43C7-AF02-4C42289C8F31}" type="pres">
      <dgm:prSet presAssocID="{4CC4BD67-3B6D-48EB-8437-6B2EBB244CD1}" presName="composite3" presStyleCnt="0"/>
      <dgm:spPr/>
    </dgm:pt>
    <dgm:pt modelId="{2DC67382-2F47-4F17-8026-61F8D14D7F27}" type="pres">
      <dgm:prSet presAssocID="{4CC4BD67-3B6D-48EB-8437-6B2EBB244CD1}" presName="background3" presStyleLbl="node3" presStyleIdx="1" presStyleCnt="3"/>
      <dgm:spPr/>
    </dgm:pt>
    <dgm:pt modelId="{DFE09A0E-F365-4EE9-AB78-16758D934527}" type="pres">
      <dgm:prSet presAssocID="{4CC4BD67-3B6D-48EB-8437-6B2EBB244CD1}" presName="text3" presStyleLbl="fgAcc3" presStyleIdx="1" presStyleCnt="3">
        <dgm:presLayoutVars>
          <dgm:chPref val="3"/>
        </dgm:presLayoutVars>
      </dgm:prSet>
      <dgm:spPr/>
    </dgm:pt>
    <dgm:pt modelId="{194C7773-5499-432E-BDF4-22DCB40E78E2}" type="pres">
      <dgm:prSet presAssocID="{4CC4BD67-3B6D-48EB-8437-6B2EBB244CD1}" presName="hierChild4" presStyleCnt="0"/>
      <dgm:spPr/>
    </dgm:pt>
    <dgm:pt modelId="{F43EEA93-3E56-4CB3-8824-73DDEAC78329}" type="pres">
      <dgm:prSet presAssocID="{A34FE652-DA49-43BA-BE85-9073C7F84808}" presName="Name10" presStyleLbl="parChTrans1D2" presStyleIdx="2" presStyleCnt="3"/>
      <dgm:spPr/>
    </dgm:pt>
    <dgm:pt modelId="{63558CEB-186E-43F1-A9CE-7608247715F7}" type="pres">
      <dgm:prSet presAssocID="{3C8A382B-111A-46A6-A05A-79C370D17070}" presName="hierRoot2" presStyleCnt="0"/>
      <dgm:spPr/>
    </dgm:pt>
    <dgm:pt modelId="{3D8C54E5-DADF-480B-A3EA-EA0951C7CB2A}" type="pres">
      <dgm:prSet presAssocID="{3C8A382B-111A-46A6-A05A-79C370D17070}" presName="composite2" presStyleCnt="0"/>
      <dgm:spPr/>
    </dgm:pt>
    <dgm:pt modelId="{C1FB2302-8094-40BC-AA70-C83F258D3F5F}" type="pres">
      <dgm:prSet presAssocID="{3C8A382B-111A-46A6-A05A-79C370D17070}" presName="background2" presStyleLbl="node2" presStyleIdx="2" presStyleCnt="3"/>
      <dgm:spPr/>
    </dgm:pt>
    <dgm:pt modelId="{2AE887E9-3C11-40AB-86C4-096EAB4978DB}" type="pres">
      <dgm:prSet presAssocID="{3C8A382B-111A-46A6-A05A-79C370D17070}" presName="text2" presStyleLbl="fgAcc2" presStyleIdx="2" presStyleCnt="3">
        <dgm:presLayoutVars>
          <dgm:chPref val="3"/>
        </dgm:presLayoutVars>
      </dgm:prSet>
      <dgm:spPr/>
    </dgm:pt>
    <dgm:pt modelId="{17CC3485-11B1-4A8D-8B4D-358CFBC92918}" type="pres">
      <dgm:prSet presAssocID="{3C8A382B-111A-46A6-A05A-79C370D17070}" presName="hierChild3" presStyleCnt="0"/>
      <dgm:spPr/>
    </dgm:pt>
    <dgm:pt modelId="{838EF383-0E85-4257-BC42-BE9D43467B10}" type="pres">
      <dgm:prSet presAssocID="{43D079C9-3913-403D-BD4B-DBBB5777485D}" presName="Name17" presStyleLbl="parChTrans1D3" presStyleIdx="2" presStyleCnt="3"/>
      <dgm:spPr/>
    </dgm:pt>
    <dgm:pt modelId="{0917A629-9FFB-4208-8896-0D2ABC11BE8A}" type="pres">
      <dgm:prSet presAssocID="{2A7D98FF-83A3-4760-9225-A2F104382296}" presName="hierRoot3" presStyleCnt="0"/>
      <dgm:spPr/>
    </dgm:pt>
    <dgm:pt modelId="{0FE31E08-AA49-4DE5-ABD9-7876B978B771}" type="pres">
      <dgm:prSet presAssocID="{2A7D98FF-83A3-4760-9225-A2F104382296}" presName="composite3" presStyleCnt="0"/>
      <dgm:spPr/>
    </dgm:pt>
    <dgm:pt modelId="{4DF34582-4421-4D94-888B-9D082E8F0919}" type="pres">
      <dgm:prSet presAssocID="{2A7D98FF-83A3-4760-9225-A2F104382296}" presName="background3" presStyleLbl="node3" presStyleIdx="2" presStyleCnt="3"/>
      <dgm:spPr/>
    </dgm:pt>
    <dgm:pt modelId="{8511CDEE-1F7B-467C-B648-CB9928F14E5E}" type="pres">
      <dgm:prSet presAssocID="{2A7D98FF-83A3-4760-9225-A2F104382296}" presName="text3" presStyleLbl="fgAcc3" presStyleIdx="2" presStyleCnt="3">
        <dgm:presLayoutVars>
          <dgm:chPref val="3"/>
        </dgm:presLayoutVars>
      </dgm:prSet>
      <dgm:spPr/>
    </dgm:pt>
    <dgm:pt modelId="{71F8A247-0DBA-4827-975C-D4D68B03A176}" type="pres">
      <dgm:prSet presAssocID="{2A7D98FF-83A3-4760-9225-A2F104382296}" presName="hierChild4" presStyleCnt="0"/>
      <dgm:spPr/>
    </dgm:pt>
  </dgm:ptLst>
  <dgm:cxnLst>
    <dgm:cxn modelId="{45066100-5AD2-402F-BBBD-230332FC339B}" type="presOf" srcId="{D31843E8-E7EF-47E7-AFBD-23025878C969}" destId="{39879AA0-4C16-499C-96B8-D376A6A5B126}" srcOrd="0" destOrd="0" presId="urn:microsoft.com/office/officeart/2005/8/layout/hierarchy1"/>
    <dgm:cxn modelId="{90854A17-6981-4D7C-B98C-50B6B1FD836B}" type="presOf" srcId="{85ED77B1-00CB-441A-B08B-5EF58F5A86C8}" destId="{00AB23A2-C0DB-4DDF-9F0E-0B3F74BD8A78}" srcOrd="0" destOrd="0" presId="urn:microsoft.com/office/officeart/2005/8/layout/hierarchy1"/>
    <dgm:cxn modelId="{39D5F51D-F29F-43CB-B7DA-896825AE795A}" srcId="{DC6A8697-2D2F-451C-AD1F-C6D5FBEB4C97}" destId="{F5F1EE1F-BD6D-43E8-86DD-FE3E41A39242}" srcOrd="0" destOrd="0" parTransId="{DF720798-C170-4AEA-839E-CD1F70B5067B}" sibTransId="{6BE815D8-C730-4929-9CB6-21E880776B9C}"/>
    <dgm:cxn modelId="{83749832-E69B-4DB5-A095-4DC7DD037D33}" type="presOf" srcId="{2A7D98FF-83A3-4760-9225-A2F104382296}" destId="{8511CDEE-1F7B-467C-B648-CB9928F14E5E}" srcOrd="0" destOrd="0" presId="urn:microsoft.com/office/officeart/2005/8/layout/hierarchy1"/>
    <dgm:cxn modelId="{7AFF843D-F01D-4A70-AB9C-E1D184D42E60}" srcId="{F465EA0B-01F1-4687-9FB4-91E2CA2D4DB8}" destId="{DC6A8697-2D2F-451C-AD1F-C6D5FBEB4C97}" srcOrd="0" destOrd="0" parTransId="{B6C033F6-64B8-44FA-9118-61A9AB9371D2}" sibTransId="{1FA2A9D3-605D-4841-840F-8794932477BD}"/>
    <dgm:cxn modelId="{9991686C-0BC3-4533-B5A1-8D9334A49272}" type="presOf" srcId="{3C8A382B-111A-46A6-A05A-79C370D17070}" destId="{2AE887E9-3C11-40AB-86C4-096EAB4978DB}" srcOrd="0" destOrd="0" presId="urn:microsoft.com/office/officeart/2005/8/layout/hierarchy1"/>
    <dgm:cxn modelId="{579B556D-D1BA-4566-A1F3-EC73DE09A1BF}" type="presOf" srcId="{43D079C9-3913-403D-BD4B-DBBB5777485D}" destId="{838EF383-0E85-4257-BC42-BE9D43467B10}" srcOrd="0" destOrd="0" presId="urn:microsoft.com/office/officeart/2005/8/layout/hierarchy1"/>
    <dgm:cxn modelId="{7C3C8A70-C7EE-4D4F-9510-2BFE956D8693}" type="presOf" srcId="{F465EA0B-01F1-4687-9FB4-91E2CA2D4DB8}" destId="{1E12C4D9-478C-4C28-8B13-E408DA0E0328}" srcOrd="0" destOrd="0" presId="urn:microsoft.com/office/officeart/2005/8/layout/hierarchy1"/>
    <dgm:cxn modelId="{5F404953-ADD1-4D4D-9366-9F3FFA1E7589}" srcId="{3C8A382B-111A-46A6-A05A-79C370D17070}" destId="{2A7D98FF-83A3-4760-9225-A2F104382296}" srcOrd="0" destOrd="0" parTransId="{43D079C9-3913-403D-BD4B-DBBB5777485D}" sibTransId="{E14D4B57-D903-4453-86EB-DBCB0B155BC7}"/>
    <dgm:cxn modelId="{D7E21555-7A9A-4882-9F0F-0290B95D18CD}" srcId="{DC6A8697-2D2F-451C-AD1F-C6D5FBEB4C97}" destId="{F9424065-0D17-488A-BEF6-25C864ED6EC9}" srcOrd="1" destOrd="0" parTransId="{1F7C3DA3-7E72-4B28-9499-712D4F594EF6}" sibTransId="{EDABD1E7-F940-4C3D-9382-8A4BA11DF3FD}"/>
    <dgm:cxn modelId="{27BCDB57-4347-4762-8159-60BF5EAF2C53}" srcId="{F5F1EE1F-BD6D-43E8-86DD-FE3E41A39242}" destId="{3F93E9A7-65CF-4EDD-9126-69CD392B0B93}" srcOrd="0" destOrd="0" parTransId="{D31843E8-E7EF-47E7-AFBD-23025878C969}" sibTransId="{A5E681A3-94FC-4FAA-93C6-C3C2056ADAD5}"/>
    <dgm:cxn modelId="{DF3BB47C-EAE6-4F04-9A4D-7E21D45659BF}" type="presOf" srcId="{DF720798-C170-4AEA-839E-CD1F70B5067B}" destId="{A211EEED-51B6-4B88-A982-D450FFEF3EF9}" srcOrd="0" destOrd="0" presId="urn:microsoft.com/office/officeart/2005/8/layout/hierarchy1"/>
    <dgm:cxn modelId="{55E7D880-2E86-425C-860C-D7BBFB17999A}" type="presOf" srcId="{1F7C3DA3-7E72-4B28-9499-712D4F594EF6}" destId="{9B0C1F51-0BF1-4400-ACAE-A7570C992FAB}" srcOrd="0" destOrd="0" presId="urn:microsoft.com/office/officeart/2005/8/layout/hierarchy1"/>
    <dgm:cxn modelId="{987AC08B-6C9E-4A58-ADE9-23F9BD861020}" type="presOf" srcId="{F9424065-0D17-488A-BEF6-25C864ED6EC9}" destId="{AFAEB744-A927-48E1-8AE3-99AB8E6BEDCD}" srcOrd="0" destOrd="0" presId="urn:microsoft.com/office/officeart/2005/8/layout/hierarchy1"/>
    <dgm:cxn modelId="{1A800F90-975E-46AC-B765-0CFCA01EAC63}" type="presOf" srcId="{4CC4BD67-3B6D-48EB-8437-6B2EBB244CD1}" destId="{DFE09A0E-F365-4EE9-AB78-16758D934527}" srcOrd="0" destOrd="0" presId="urn:microsoft.com/office/officeart/2005/8/layout/hierarchy1"/>
    <dgm:cxn modelId="{1969E0A5-DFA2-4980-AF55-9EBCC44A2AC0}" type="presOf" srcId="{A34FE652-DA49-43BA-BE85-9073C7F84808}" destId="{F43EEA93-3E56-4CB3-8824-73DDEAC78329}" srcOrd="0" destOrd="0" presId="urn:microsoft.com/office/officeart/2005/8/layout/hierarchy1"/>
    <dgm:cxn modelId="{AAB8FCB1-0EC6-44D5-B2EE-DC8566A2EFB3}" srcId="{F9424065-0D17-488A-BEF6-25C864ED6EC9}" destId="{4CC4BD67-3B6D-48EB-8437-6B2EBB244CD1}" srcOrd="0" destOrd="0" parTransId="{85ED77B1-00CB-441A-B08B-5EF58F5A86C8}" sibTransId="{198FA424-945A-47BA-AAE2-8511360FF46A}"/>
    <dgm:cxn modelId="{9EE3A6BD-73EE-4544-BE7E-F95D1466D971}" type="presOf" srcId="{DC6A8697-2D2F-451C-AD1F-C6D5FBEB4C97}" destId="{C436AC36-0A08-42C5-BB2C-69BB12F01C64}" srcOrd="0" destOrd="0" presId="urn:microsoft.com/office/officeart/2005/8/layout/hierarchy1"/>
    <dgm:cxn modelId="{AD6BA0C0-8A51-4E34-A6EA-C334DEBB6911}" type="presOf" srcId="{3F93E9A7-65CF-4EDD-9126-69CD392B0B93}" destId="{EDF930C0-01E5-4138-91BA-5DCF4E7198AF}" srcOrd="0" destOrd="0" presId="urn:microsoft.com/office/officeart/2005/8/layout/hierarchy1"/>
    <dgm:cxn modelId="{BC0F06C9-5BC9-405B-996D-99CF4607661D}" srcId="{DC6A8697-2D2F-451C-AD1F-C6D5FBEB4C97}" destId="{3C8A382B-111A-46A6-A05A-79C370D17070}" srcOrd="2" destOrd="0" parTransId="{A34FE652-DA49-43BA-BE85-9073C7F84808}" sibTransId="{2E253A44-9A0F-468B-81CD-2838611508E4}"/>
    <dgm:cxn modelId="{D797ABD1-6E0F-46C5-B76F-C75024E5E3F7}" type="presOf" srcId="{F5F1EE1F-BD6D-43E8-86DD-FE3E41A39242}" destId="{E747A37A-6C8D-4333-B8A1-83B669CF8AEB}" srcOrd="0" destOrd="0" presId="urn:microsoft.com/office/officeart/2005/8/layout/hierarchy1"/>
    <dgm:cxn modelId="{3319A2CF-B148-4E30-84AF-EAD2A6F5AA5A}" type="presParOf" srcId="{1E12C4D9-478C-4C28-8B13-E408DA0E0328}" destId="{99E29171-CB38-4C70-92F0-3869DAC0D114}" srcOrd="0" destOrd="0" presId="urn:microsoft.com/office/officeart/2005/8/layout/hierarchy1"/>
    <dgm:cxn modelId="{407BDD40-BDB6-4E73-BF45-D613F10597BD}" type="presParOf" srcId="{99E29171-CB38-4C70-92F0-3869DAC0D114}" destId="{59F74960-03AF-4CE1-B389-12EF7B1CE92A}" srcOrd="0" destOrd="0" presId="urn:microsoft.com/office/officeart/2005/8/layout/hierarchy1"/>
    <dgm:cxn modelId="{C094B2AD-5863-4DE1-A8B5-E87F424F8C2E}" type="presParOf" srcId="{59F74960-03AF-4CE1-B389-12EF7B1CE92A}" destId="{D8CAE080-D3E4-46CC-BC3E-3B96B7179D39}" srcOrd="0" destOrd="0" presId="urn:microsoft.com/office/officeart/2005/8/layout/hierarchy1"/>
    <dgm:cxn modelId="{D8F4CB5E-33D4-4392-9C24-E54272D40A92}" type="presParOf" srcId="{59F74960-03AF-4CE1-B389-12EF7B1CE92A}" destId="{C436AC36-0A08-42C5-BB2C-69BB12F01C64}" srcOrd="1" destOrd="0" presId="urn:microsoft.com/office/officeart/2005/8/layout/hierarchy1"/>
    <dgm:cxn modelId="{FE153EB2-86F9-48A7-8E07-9A9B072A512E}" type="presParOf" srcId="{99E29171-CB38-4C70-92F0-3869DAC0D114}" destId="{7322FDA0-956E-48E3-B1A1-C1A7D9A9B469}" srcOrd="1" destOrd="0" presId="urn:microsoft.com/office/officeart/2005/8/layout/hierarchy1"/>
    <dgm:cxn modelId="{940221B9-94B4-4796-9AE9-66840D10567E}" type="presParOf" srcId="{7322FDA0-956E-48E3-B1A1-C1A7D9A9B469}" destId="{A211EEED-51B6-4B88-A982-D450FFEF3EF9}" srcOrd="0" destOrd="0" presId="urn:microsoft.com/office/officeart/2005/8/layout/hierarchy1"/>
    <dgm:cxn modelId="{6A3F97CA-0978-4D4C-AFD2-71C15A47DB8E}" type="presParOf" srcId="{7322FDA0-956E-48E3-B1A1-C1A7D9A9B469}" destId="{17933182-95DD-4430-9905-5132550B3B48}" srcOrd="1" destOrd="0" presId="urn:microsoft.com/office/officeart/2005/8/layout/hierarchy1"/>
    <dgm:cxn modelId="{64C4571A-FFED-467F-A2D0-7F3637CF797B}" type="presParOf" srcId="{17933182-95DD-4430-9905-5132550B3B48}" destId="{9CA63787-D577-4D3A-92B3-6A9C2929350D}" srcOrd="0" destOrd="0" presId="urn:microsoft.com/office/officeart/2005/8/layout/hierarchy1"/>
    <dgm:cxn modelId="{08341D2B-EE63-454C-8255-FFBDCE3B0505}" type="presParOf" srcId="{9CA63787-D577-4D3A-92B3-6A9C2929350D}" destId="{F918E2DE-2A38-42C8-A2E6-57DC56398DA3}" srcOrd="0" destOrd="0" presId="urn:microsoft.com/office/officeart/2005/8/layout/hierarchy1"/>
    <dgm:cxn modelId="{AF3DF402-FA30-4E18-8DB7-F5BDDF0B405F}" type="presParOf" srcId="{9CA63787-D577-4D3A-92B3-6A9C2929350D}" destId="{E747A37A-6C8D-4333-B8A1-83B669CF8AEB}" srcOrd="1" destOrd="0" presId="urn:microsoft.com/office/officeart/2005/8/layout/hierarchy1"/>
    <dgm:cxn modelId="{DEB20CB1-E47B-4DC1-88E0-BE59142597EA}" type="presParOf" srcId="{17933182-95DD-4430-9905-5132550B3B48}" destId="{CC7B79C7-E060-454A-A254-32009A11F77B}" srcOrd="1" destOrd="0" presId="urn:microsoft.com/office/officeart/2005/8/layout/hierarchy1"/>
    <dgm:cxn modelId="{B936AAC1-CC5D-41C5-9519-289628ACC555}" type="presParOf" srcId="{CC7B79C7-E060-454A-A254-32009A11F77B}" destId="{39879AA0-4C16-499C-96B8-D376A6A5B126}" srcOrd="0" destOrd="0" presId="urn:microsoft.com/office/officeart/2005/8/layout/hierarchy1"/>
    <dgm:cxn modelId="{371811CE-31D8-406A-938D-63DCD34293EB}" type="presParOf" srcId="{CC7B79C7-E060-454A-A254-32009A11F77B}" destId="{B411218C-A28C-45E7-81E2-619DD6E9659B}" srcOrd="1" destOrd="0" presId="urn:microsoft.com/office/officeart/2005/8/layout/hierarchy1"/>
    <dgm:cxn modelId="{D2FD74EF-6C43-49B9-B2CD-6C73E62F34D6}" type="presParOf" srcId="{B411218C-A28C-45E7-81E2-619DD6E9659B}" destId="{FF8737C4-09E5-4CC3-93C8-863E3B4B0D89}" srcOrd="0" destOrd="0" presId="urn:microsoft.com/office/officeart/2005/8/layout/hierarchy1"/>
    <dgm:cxn modelId="{5A8BE518-A9B1-48B2-9988-A8686B92915C}" type="presParOf" srcId="{FF8737C4-09E5-4CC3-93C8-863E3B4B0D89}" destId="{B565EC4D-2387-4FF4-9A45-77C9EEE6C362}" srcOrd="0" destOrd="0" presId="urn:microsoft.com/office/officeart/2005/8/layout/hierarchy1"/>
    <dgm:cxn modelId="{8319D62E-1C54-4ACE-B7F5-C0EC6F296776}" type="presParOf" srcId="{FF8737C4-09E5-4CC3-93C8-863E3B4B0D89}" destId="{EDF930C0-01E5-4138-91BA-5DCF4E7198AF}" srcOrd="1" destOrd="0" presId="urn:microsoft.com/office/officeart/2005/8/layout/hierarchy1"/>
    <dgm:cxn modelId="{949F0A00-633A-4EBF-B511-6BB3ABA61CA8}" type="presParOf" srcId="{B411218C-A28C-45E7-81E2-619DD6E9659B}" destId="{6B8B6157-A9FC-4DCA-A5E8-CBF3F89A3FAD}" srcOrd="1" destOrd="0" presId="urn:microsoft.com/office/officeart/2005/8/layout/hierarchy1"/>
    <dgm:cxn modelId="{5C51F1D6-D220-4135-B418-D801FBACFE7C}" type="presParOf" srcId="{7322FDA0-956E-48E3-B1A1-C1A7D9A9B469}" destId="{9B0C1F51-0BF1-4400-ACAE-A7570C992FAB}" srcOrd="2" destOrd="0" presId="urn:microsoft.com/office/officeart/2005/8/layout/hierarchy1"/>
    <dgm:cxn modelId="{9EDFCBDB-54A0-477A-A142-03C8A95A2A04}" type="presParOf" srcId="{7322FDA0-956E-48E3-B1A1-C1A7D9A9B469}" destId="{17D7283D-F9F0-4F9D-9214-A44032A70024}" srcOrd="3" destOrd="0" presId="urn:microsoft.com/office/officeart/2005/8/layout/hierarchy1"/>
    <dgm:cxn modelId="{B4073511-6EA2-42C3-A4C9-40CEAE208210}" type="presParOf" srcId="{17D7283D-F9F0-4F9D-9214-A44032A70024}" destId="{75EFBDAF-1B58-4B31-A845-CED40F3BF313}" srcOrd="0" destOrd="0" presId="urn:microsoft.com/office/officeart/2005/8/layout/hierarchy1"/>
    <dgm:cxn modelId="{9C987228-6473-4A52-81F2-143DE8930DF1}" type="presParOf" srcId="{75EFBDAF-1B58-4B31-A845-CED40F3BF313}" destId="{68D80457-79CF-4DFE-AE8A-5A955A6B9659}" srcOrd="0" destOrd="0" presId="urn:microsoft.com/office/officeart/2005/8/layout/hierarchy1"/>
    <dgm:cxn modelId="{808BA854-5535-44E5-90F9-E31C962A9492}" type="presParOf" srcId="{75EFBDAF-1B58-4B31-A845-CED40F3BF313}" destId="{AFAEB744-A927-48E1-8AE3-99AB8E6BEDCD}" srcOrd="1" destOrd="0" presId="urn:microsoft.com/office/officeart/2005/8/layout/hierarchy1"/>
    <dgm:cxn modelId="{DA532A14-BEA4-4296-9F40-93CFDF4933C1}" type="presParOf" srcId="{17D7283D-F9F0-4F9D-9214-A44032A70024}" destId="{50F2D454-AEC2-4976-9C30-A6B1540258A7}" srcOrd="1" destOrd="0" presId="urn:microsoft.com/office/officeart/2005/8/layout/hierarchy1"/>
    <dgm:cxn modelId="{6193D65C-101C-413A-874B-0E67EC9CDA84}" type="presParOf" srcId="{50F2D454-AEC2-4976-9C30-A6B1540258A7}" destId="{00AB23A2-C0DB-4DDF-9F0E-0B3F74BD8A78}" srcOrd="0" destOrd="0" presId="urn:microsoft.com/office/officeart/2005/8/layout/hierarchy1"/>
    <dgm:cxn modelId="{8F6B8E90-32D4-4120-9320-896CE7C3E759}" type="presParOf" srcId="{50F2D454-AEC2-4976-9C30-A6B1540258A7}" destId="{CAE0B914-6436-476F-8414-9E305EC5F337}" srcOrd="1" destOrd="0" presId="urn:microsoft.com/office/officeart/2005/8/layout/hierarchy1"/>
    <dgm:cxn modelId="{7C8F319B-5B6A-429A-AD92-92CDC46A368A}" type="presParOf" srcId="{CAE0B914-6436-476F-8414-9E305EC5F337}" destId="{A77BC855-D1F4-43C7-AF02-4C42289C8F31}" srcOrd="0" destOrd="0" presId="urn:microsoft.com/office/officeart/2005/8/layout/hierarchy1"/>
    <dgm:cxn modelId="{15C9F1F0-971E-43D5-AEE2-B29FC88169AB}" type="presParOf" srcId="{A77BC855-D1F4-43C7-AF02-4C42289C8F31}" destId="{2DC67382-2F47-4F17-8026-61F8D14D7F27}" srcOrd="0" destOrd="0" presId="urn:microsoft.com/office/officeart/2005/8/layout/hierarchy1"/>
    <dgm:cxn modelId="{44C2134D-9D1B-4633-A437-645367853408}" type="presParOf" srcId="{A77BC855-D1F4-43C7-AF02-4C42289C8F31}" destId="{DFE09A0E-F365-4EE9-AB78-16758D934527}" srcOrd="1" destOrd="0" presId="urn:microsoft.com/office/officeart/2005/8/layout/hierarchy1"/>
    <dgm:cxn modelId="{4F5DE9BF-E2D8-4AE9-AB35-3A8CF5C1982C}" type="presParOf" srcId="{CAE0B914-6436-476F-8414-9E305EC5F337}" destId="{194C7773-5499-432E-BDF4-22DCB40E78E2}" srcOrd="1" destOrd="0" presId="urn:microsoft.com/office/officeart/2005/8/layout/hierarchy1"/>
    <dgm:cxn modelId="{9CC6BC0C-0418-4A7C-B0C8-428B19DF2A91}" type="presParOf" srcId="{7322FDA0-956E-48E3-B1A1-C1A7D9A9B469}" destId="{F43EEA93-3E56-4CB3-8824-73DDEAC78329}" srcOrd="4" destOrd="0" presId="urn:microsoft.com/office/officeart/2005/8/layout/hierarchy1"/>
    <dgm:cxn modelId="{B69DA86D-668A-4CE8-84DC-B1E3DF11FFD6}" type="presParOf" srcId="{7322FDA0-956E-48E3-B1A1-C1A7D9A9B469}" destId="{63558CEB-186E-43F1-A9CE-7608247715F7}" srcOrd="5" destOrd="0" presId="urn:microsoft.com/office/officeart/2005/8/layout/hierarchy1"/>
    <dgm:cxn modelId="{A117E664-7FB8-44C2-80E6-7146ED2A7215}" type="presParOf" srcId="{63558CEB-186E-43F1-A9CE-7608247715F7}" destId="{3D8C54E5-DADF-480B-A3EA-EA0951C7CB2A}" srcOrd="0" destOrd="0" presId="urn:microsoft.com/office/officeart/2005/8/layout/hierarchy1"/>
    <dgm:cxn modelId="{5C92102B-A5F7-44EB-885A-439ED3BDA2A2}" type="presParOf" srcId="{3D8C54E5-DADF-480B-A3EA-EA0951C7CB2A}" destId="{C1FB2302-8094-40BC-AA70-C83F258D3F5F}" srcOrd="0" destOrd="0" presId="urn:microsoft.com/office/officeart/2005/8/layout/hierarchy1"/>
    <dgm:cxn modelId="{BFD26AD7-E365-4E01-B45D-744C735E910A}" type="presParOf" srcId="{3D8C54E5-DADF-480B-A3EA-EA0951C7CB2A}" destId="{2AE887E9-3C11-40AB-86C4-096EAB4978DB}" srcOrd="1" destOrd="0" presId="urn:microsoft.com/office/officeart/2005/8/layout/hierarchy1"/>
    <dgm:cxn modelId="{AC5906CF-2CB2-4ED2-88B3-2B44AEC1D8A3}" type="presParOf" srcId="{63558CEB-186E-43F1-A9CE-7608247715F7}" destId="{17CC3485-11B1-4A8D-8B4D-358CFBC92918}" srcOrd="1" destOrd="0" presId="urn:microsoft.com/office/officeart/2005/8/layout/hierarchy1"/>
    <dgm:cxn modelId="{46999CFC-5EC8-456E-A8CA-14F8E2FC15CA}" type="presParOf" srcId="{17CC3485-11B1-4A8D-8B4D-358CFBC92918}" destId="{838EF383-0E85-4257-BC42-BE9D43467B10}" srcOrd="0" destOrd="0" presId="urn:microsoft.com/office/officeart/2005/8/layout/hierarchy1"/>
    <dgm:cxn modelId="{83F06E5A-B364-4ABD-87F1-44402660E9B6}" type="presParOf" srcId="{17CC3485-11B1-4A8D-8B4D-358CFBC92918}" destId="{0917A629-9FFB-4208-8896-0D2ABC11BE8A}" srcOrd="1" destOrd="0" presId="urn:microsoft.com/office/officeart/2005/8/layout/hierarchy1"/>
    <dgm:cxn modelId="{ECCB640C-F44C-4954-B7B3-DAC6D971D79F}" type="presParOf" srcId="{0917A629-9FFB-4208-8896-0D2ABC11BE8A}" destId="{0FE31E08-AA49-4DE5-ABD9-7876B978B771}" srcOrd="0" destOrd="0" presId="urn:microsoft.com/office/officeart/2005/8/layout/hierarchy1"/>
    <dgm:cxn modelId="{F35F1245-083B-4D17-894C-02D89E3BB47D}" type="presParOf" srcId="{0FE31E08-AA49-4DE5-ABD9-7876B978B771}" destId="{4DF34582-4421-4D94-888B-9D082E8F0919}" srcOrd="0" destOrd="0" presId="urn:microsoft.com/office/officeart/2005/8/layout/hierarchy1"/>
    <dgm:cxn modelId="{7C15DD34-ECF5-4D36-9B44-A841FC9B5004}" type="presParOf" srcId="{0FE31E08-AA49-4DE5-ABD9-7876B978B771}" destId="{8511CDEE-1F7B-467C-B648-CB9928F14E5E}" srcOrd="1" destOrd="0" presId="urn:microsoft.com/office/officeart/2005/8/layout/hierarchy1"/>
    <dgm:cxn modelId="{7DC36783-99CB-41EA-923F-ACB2DB26AFA0}" type="presParOf" srcId="{0917A629-9FFB-4208-8896-0D2ABC11BE8A}" destId="{71F8A247-0DBA-4827-975C-D4D68B03A17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8EF383-0E85-4257-BC42-BE9D43467B10}">
      <dsp:nvSpPr>
        <dsp:cNvPr id="0" name=""/>
        <dsp:cNvSpPr/>
      </dsp:nvSpPr>
      <dsp:spPr>
        <a:xfrm>
          <a:off x="7015615" y="2522001"/>
          <a:ext cx="91440" cy="46976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69767"/>
              </a:lnTo>
            </a:path>
          </a:pathLst>
        </a:custGeom>
        <a:noFill/>
        <a:ln w="19050" cap="flat" cmpd="sng" algn="ctr">
          <a:solidFill>
            <a:schemeClr val="accent3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3EEA93-3E56-4CB3-8824-73DDEAC78329}">
      <dsp:nvSpPr>
        <dsp:cNvPr id="0" name=""/>
        <dsp:cNvSpPr/>
      </dsp:nvSpPr>
      <dsp:spPr>
        <a:xfrm>
          <a:off x="5087144" y="1026552"/>
          <a:ext cx="1974191" cy="4697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0133"/>
              </a:lnTo>
              <a:lnTo>
                <a:pt x="1974191" y="320133"/>
              </a:lnTo>
              <a:lnTo>
                <a:pt x="1974191" y="469767"/>
              </a:lnTo>
            </a:path>
          </a:pathLst>
        </a:custGeom>
        <a:noFill/>
        <a:ln w="19050" cap="flat" cmpd="sng" algn="ctr">
          <a:solidFill>
            <a:schemeClr val="accent3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AB23A2-C0DB-4DDF-9F0E-0B3F74BD8A78}">
      <dsp:nvSpPr>
        <dsp:cNvPr id="0" name=""/>
        <dsp:cNvSpPr/>
      </dsp:nvSpPr>
      <dsp:spPr>
        <a:xfrm>
          <a:off x="5041424" y="2522001"/>
          <a:ext cx="91440" cy="46976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69767"/>
              </a:lnTo>
            </a:path>
          </a:pathLst>
        </a:custGeom>
        <a:noFill/>
        <a:ln w="19050" cap="flat" cmpd="sng" algn="ctr">
          <a:solidFill>
            <a:schemeClr val="accent3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0C1F51-0BF1-4400-ACAE-A7570C992FAB}">
      <dsp:nvSpPr>
        <dsp:cNvPr id="0" name=""/>
        <dsp:cNvSpPr/>
      </dsp:nvSpPr>
      <dsp:spPr>
        <a:xfrm>
          <a:off x="5041424" y="1026552"/>
          <a:ext cx="91440" cy="46976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69767"/>
              </a:lnTo>
            </a:path>
          </a:pathLst>
        </a:custGeom>
        <a:noFill/>
        <a:ln w="19050" cap="flat" cmpd="sng" algn="ctr">
          <a:solidFill>
            <a:schemeClr val="accent3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879AA0-4C16-499C-96B8-D376A6A5B126}">
      <dsp:nvSpPr>
        <dsp:cNvPr id="0" name=""/>
        <dsp:cNvSpPr/>
      </dsp:nvSpPr>
      <dsp:spPr>
        <a:xfrm>
          <a:off x="3067233" y="2522001"/>
          <a:ext cx="91440" cy="46976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69767"/>
              </a:lnTo>
            </a:path>
          </a:pathLst>
        </a:custGeom>
        <a:noFill/>
        <a:ln w="19050" cap="flat" cmpd="sng" algn="ctr">
          <a:solidFill>
            <a:schemeClr val="accent3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11EEED-51B6-4B88-A982-D450FFEF3EF9}">
      <dsp:nvSpPr>
        <dsp:cNvPr id="0" name=""/>
        <dsp:cNvSpPr/>
      </dsp:nvSpPr>
      <dsp:spPr>
        <a:xfrm>
          <a:off x="3112953" y="1026552"/>
          <a:ext cx="1974191" cy="469767"/>
        </a:xfrm>
        <a:custGeom>
          <a:avLst/>
          <a:gdLst/>
          <a:ahLst/>
          <a:cxnLst/>
          <a:rect l="0" t="0" r="0" b="0"/>
          <a:pathLst>
            <a:path>
              <a:moveTo>
                <a:pt x="1974191" y="0"/>
              </a:moveTo>
              <a:lnTo>
                <a:pt x="1974191" y="320133"/>
              </a:lnTo>
              <a:lnTo>
                <a:pt x="0" y="320133"/>
              </a:lnTo>
              <a:lnTo>
                <a:pt x="0" y="469767"/>
              </a:lnTo>
            </a:path>
          </a:pathLst>
        </a:custGeom>
        <a:noFill/>
        <a:ln w="19050" cap="flat" cmpd="sng" algn="ctr">
          <a:solidFill>
            <a:schemeClr val="accent3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CAE080-D3E4-46CC-BC3E-3B96B7179D39}">
      <dsp:nvSpPr>
        <dsp:cNvPr id="0" name=""/>
        <dsp:cNvSpPr/>
      </dsp:nvSpPr>
      <dsp:spPr>
        <a:xfrm>
          <a:off x="4279520" y="869"/>
          <a:ext cx="1615247" cy="1025682"/>
        </a:xfrm>
        <a:prstGeom prst="roundRect">
          <a:avLst>
            <a:gd name="adj" fmla="val 10000"/>
          </a:avLst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36AC36-0A08-42C5-BB2C-69BB12F01C64}">
      <dsp:nvSpPr>
        <dsp:cNvPr id="0" name=""/>
        <dsp:cNvSpPr/>
      </dsp:nvSpPr>
      <dsp:spPr>
        <a:xfrm>
          <a:off x="4458992" y="171368"/>
          <a:ext cx="1615247" cy="10256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/>
            <a:t>18 ITEM</a:t>
          </a:r>
        </a:p>
      </dsp:txBody>
      <dsp:txXfrm>
        <a:off x="4489033" y="201409"/>
        <a:ext cx="1555165" cy="965600"/>
      </dsp:txXfrm>
    </dsp:sp>
    <dsp:sp modelId="{F918E2DE-2A38-42C8-A2E6-57DC56398DA3}">
      <dsp:nvSpPr>
        <dsp:cNvPr id="0" name=""/>
        <dsp:cNvSpPr/>
      </dsp:nvSpPr>
      <dsp:spPr>
        <a:xfrm>
          <a:off x="2305329" y="1496319"/>
          <a:ext cx="1615247" cy="1025682"/>
        </a:xfrm>
        <a:prstGeom prst="roundRect">
          <a:avLst>
            <a:gd name="adj" fmla="val 10000"/>
          </a:avLst>
        </a:prstGeom>
        <a:solidFill>
          <a:schemeClr val="accent3">
            <a:tint val="99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47A37A-6C8D-4333-B8A1-83B669CF8AEB}">
      <dsp:nvSpPr>
        <dsp:cNvPr id="0" name=""/>
        <dsp:cNvSpPr/>
      </dsp:nvSpPr>
      <dsp:spPr>
        <a:xfrm>
          <a:off x="2484801" y="1666818"/>
          <a:ext cx="1615247" cy="10256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15 MANIFESTI</a:t>
          </a:r>
        </a:p>
      </dsp:txBody>
      <dsp:txXfrm>
        <a:off x="2514842" y="1696859"/>
        <a:ext cx="1555165" cy="965600"/>
      </dsp:txXfrm>
    </dsp:sp>
    <dsp:sp modelId="{B565EC4D-2387-4FF4-9A45-77C9EEE6C362}">
      <dsp:nvSpPr>
        <dsp:cNvPr id="0" name=""/>
        <dsp:cNvSpPr/>
      </dsp:nvSpPr>
      <dsp:spPr>
        <a:xfrm>
          <a:off x="2305329" y="2991769"/>
          <a:ext cx="1615247" cy="1025682"/>
        </a:xfrm>
        <a:prstGeom prst="roundRect">
          <a:avLst>
            <a:gd name="adj" fmla="val 10000"/>
          </a:avLst>
        </a:prstGeom>
        <a:solidFill>
          <a:schemeClr val="accent3">
            <a:tint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F930C0-01E5-4138-91BA-5DCF4E7198AF}">
      <dsp:nvSpPr>
        <dsp:cNvPr id="0" name=""/>
        <dsp:cNvSpPr/>
      </dsp:nvSpPr>
      <dsp:spPr>
        <a:xfrm>
          <a:off x="2484801" y="3162267"/>
          <a:ext cx="1615247" cy="10256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FORMATO .PNG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AGGREGATORE: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/>
            <a:t>CgBC</a:t>
          </a:r>
          <a:endParaRPr lang="it-IT" sz="1400" kern="1200" dirty="0"/>
        </a:p>
      </dsp:txBody>
      <dsp:txXfrm>
        <a:off x="2514842" y="3192308"/>
        <a:ext cx="1555165" cy="965600"/>
      </dsp:txXfrm>
    </dsp:sp>
    <dsp:sp modelId="{68D80457-79CF-4DFE-AE8A-5A955A6B9659}">
      <dsp:nvSpPr>
        <dsp:cNvPr id="0" name=""/>
        <dsp:cNvSpPr/>
      </dsp:nvSpPr>
      <dsp:spPr>
        <a:xfrm>
          <a:off x="4279520" y="1496319"/>
          <a:ext cx="1615247" cy="1025682"/>
        </a:xfrm>
        <a:prstGeom prst="roundRect">
          <a:avLst>
            <a:gd name="adj" fmla="val 10000"/>
          </a:avLst>
        </a:prstGeom>
        <a:solidFill>
          <a:schemeClr val="accent3">
            <a:tint val="99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AEB744-A927-48E1-8AE3-99AB8E6BEDCD}">
      <dsp:nvSpPr>
        <dsp:cNvPr id="0" name=""/>
        <dsp:cNvSpPr/>
      </dsp:nvSpPr>
      <dsp:spPr>
        <a:xfrm>
          <a:off x="4458992" y="1666818"/>
          <a:ext cx="1615247" cy="10256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2 VOLANTINI</a:t>
          </a:r>
        </a:p>
      </dsp:txBody>
      <dsp:txXfrm>
        <a:off x="4489033" y="1696859"/>
        <a:ext cx="1555165" cy="965600"/>
      </dsp:txXfrm>
    </dsp:sp>
    <dsp:sp modelId="{2DC67382-2F47-4F17-8026-61F8D14D7F27}">
      <dsp:nvSpPr>
        <dsp:cNvPr id="0" name=""/>
        <dsp:cNvSpPr/>
      </dsp:nvSpPr>
      <dsp:spPr>
        <a:xfrm>
          <a:off x="4279520" y="2991769"/>
          <a:ext cx="1615247" cy="1025682"/>
        </a:xfrm>
        <a:prstGeom prst="roundRect">
          <a:avLst>
            <a:gd name="adj" fmla="val 10000"/>
          </a:avLst>
        </a:prstGeom>
        <a:solidFill>
          <a:schemeClr val="accent3">
            <a:tint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E09A0E-F365-4EE9-AB78-16758D934527}">
      <dsp:nvSpPr>
        <dsp:cNvPr id="0" name=""/>
        <dsp:cNvSpPr/>
      </dsp:nvSpPr>
      <dsp:spPr>
        <a:xfrm>
          <a:off x="4458992" y="3162267"/>
          <a:ext cx="1615247" cy="10256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FORMATO .PNG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AGGREGATORE: EUROPEANA</a:t>
          </a:r>
        </a:p>
      </dsp:txBody>
      <dsp:txXfrm>
        <a:off x="4489033" y="3192308"/>
        <a:ext cx="1555165" cy="965600"/>
      </dsp:txXfrm>
    </dsp:sp>
    <dsp:sp modelId="{C1FB2302-8094-40BC-AA70-C83F258D3F5F}">
      <dsp:nvSpPr>
        <dsp:cNvPr id="0" name=""/>
        <dsp:cNvSpPr/>
      </dsp:nvSpPr>
      <dsp:spPr>
        <a:xfrm>
          <a:off x="6253712" y="1496319"/>
          <a:ext cx="1615247" cy="1025682"/>
        </a:xfrm>
        <a:prstGeom prst="roundRect">
          <a:avLst>
            <a:gd name="adj" fmla="val 10000"/>
          </a:avLst>
        </a:prstGeom>
        <a:solidFill>
          <a:schemeClr val="accent3">
            <a:tint val="99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E887E9-3C11-40AB-86C4-096EAB4978DB}">
      <dsp:nvSpPr>
        <dsp:cNvPr id="0" name=""/>
        <dsp:cNvSpPr/>
      </dsp:nvSpPr>
      <dsp:spPr>
        <a:xfrm>
          <a:off x="6433184" y="1666818"/>
          <a:ext cx="1615247" cy="10256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UN CINEGIORNALE</a:t>
          </a:r>
        </a:p>
      </dsp:txBody>
      <dsp:txXfrm>
        <a:off x="6463225" y="1696859"/>
        <a:ext cx="1555165" cy="965600"/>
      </dsp:txXfrm>
    </dsp:sp>
    <dsp:sp modelId="{4DF34582-4421-4D94-888B-9D082E8F0919}">
      <dsp:nvSpPr>
        <dsp:cNvPr id="0" name=""/>
        <dsp:cNvSpPr/>
      </dsp:nvSpPr>
      <dsp:spPr>
        <a:xfrm>
          <a:off x="6253712" y="2991769"/>
          <a:ext cx="1615247" cy="1025682"/>
        </a:xfrm>
        <a:prstGeom prst="roundRect">
          <a:avLst>
            <a:gd name="adj" fmla="val 10000"/>
          </a:avLst>
        </a:prstGeom>
        <a:solidFill>
          <a:schemeClr val="accent3">
            <a:tint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11CDEE-1F7B-467C-B648-CB9928F14E5E}">
      <dsp:nvSpPr>
        <dsp:cNvPr id="0" name=""/>
        <dsp:cNvSpPr/>
      </dsp:nvSpPr>
      <dsp:spPr>
        <a:xfrm>
          <a:off x="6433184" y="3162267"/>
          <a:ext cx="1615247" cy="10256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FORMATO .MP4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AGGREGATORE: EUROPEANA</a:t>
          </a:r>
        </a:p>
      </dsp:txBody>
      <dsp:txXfrm>
        <a:off x="6463225" y="3192308"/>
        <a:ext cx="1555165" cy="9656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www.europeana.eu/it/item/446/CCFototeca_BAL_RBN_318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ro.europeana.eu/page/edm-documentation" TargetMode="External"/><Relationship Id="rId2" Type="http://schemas.openxmlformats.org/officeDocument/2006/relationships/hyperlink" Target="http://www.iccd.beniculturali.it/it/standard-catalografici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ollectionbuilder.github.io/collectionbuilder-gh/data.html" TargetMode="External"/><Relationship Id="rId2" Type="http://schemas.openxmlformats.org/officeDocument/2006/relationships/hyperlink" Target="https://sviluppo-web-dhch.github.io/sito-da-riprodurre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archivipci.i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F3C5BA0-8B24-4B05-A9E7-20545338C2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CA6569E4-E6F3-6927-B61B-8A28509F9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773" y="2552700"/>
            <a:ext cx="6588253" cy="175259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300" dirty="0">
                <a:solidFill>
                  <a:srgbClr val="FFFFFF"/>
                </a:solidFill>
              </a:rPr>
              <a:t>PRIMA REPUBBLICA, PRIME ELEZIONI</a:t>
            </a:r>
            <a:br>
              <a:rPr lang="en-US" sz="2300" dirty="0">
                <a:solidFill>
                  <a:srgbClr val="FFFFFF"/>
                </a:solidFill>
              </a:rPr>
            </a:br>
            <a:r>
              <a:rPr lang="en-US" sz="2300" dirty="0">
                <a:solidFill>
                  <a:srgbClr val="FFFFFF"/>
                </a:solidFill>
              </a:rPr>
              <a:t>CHRISTIAN VEGNA </a:t>
            </a:r>
            <a:br>
              <a:rPr lang="en-US" sz="2300" dirty="0">
                <a:solidFill>
                  <a:srgbClr val="FFFFFF"/>
                </a:solidFill>
              </a:rPr>
            </a:br>
            <a:br>
              <a:rPr lang="en-US" sz="2300" dirty="0">
                <a:solidFill>
                  <a:srgbClr val="FFFFFF"/>
                </a:solidFill>
              </a:rPr>
            </a:br>
            <a:r>
              <a:rPr lang="it-IT" sz="2300" dirty="0">
                <a:solidFill>
                  <a:srgbClr val="FFFFFF"/>
                </a:solidFill>
              </a:rPr>
              <a:t>corso di </a:t>
            </a:r>
            <a:r>
              <a:rPr lang="en-GB" sz="2300" noProof="0" dirty="0">
                <a:solidFill>
                  <a:srgbClr val="FFFFFF"/>
                </a:solidFill>
              </a:rPr>
              <a:t>digital humanities</a:t>
            </a:r>
            <a:r>
              <a:rPr lang="it-IT" sz="2300" dirty="0">
                <a:solidFill>
                  <a:srgbClr val="FFFFFF"/>
                </a:solidFill>
              </a:rPr>
              <a:t> e </a:t>
            </a:r>
            <a:br>
              <a:rPr lang="it-IT" sz="2300" dirty="0">
                <a:solidFill>
                  <a:srgbClr val="FFFFFF"/>
                </a:solidFill>
              </a:rPr>
            </a:br>
            <a:r>
              <a:rPr lang="it-IT" sz="2300" dirty="0">
                <a:solidFill>
                  <a:srgbClr val="FFFFFF"/>
                </a:solidFill>
              </a:rPr>
              <a:t>patrimonio culturale (a. a. 25/26)</a:t>
            </a:r>
            <a:endParaRPr lang="en-US" sz="2300" dirty="0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4FDB7F-33A2-451F-BA20-13ED87CF4B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475" y="733425"/>
            <a:ext cx="3743325" cy="5391150"/>
          </a:xfrm>
          <a:prstGeom prst="rect">
            <a:avLst/>
          </a:prstGeom>
          <a:solidFill>
            <a:schemeClr val="bg1"/>
          </a:solidFill>
          <a:ln w="190500" cap="sq">
            <a:solidFill>
              <a:schemeClr val="bg1"/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31C31089-36BD-ADDB-6980-E1FB5BC8A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857" y="1946720"/>
            <a:ext cx="2964561" cy="296456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460027F-6625-463B-B6D4-594AC32F2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340" y="804806"/>
            <a:ext cx="3625595" cy="5248389"/>
          </a:xfrm>
          <a:prstGeom prst="rect">
            <a:avLst/>
          </a:prstGeom>
          <a:noFill/>
          <a:ln w="12700">
            <a:solidFill>
              <a:srgbClr val="2A5B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7933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75656A49-8645-8C8F-F215-86DBFFD6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2003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z="3400" noProof="0" dirty="0"/>
              <a:t>gli obiettivi del progetto 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8C48A443-D161-B7FC-606F-E5C1F426BD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5" y="2096064"/>
            <a:ext cx="5016860" cy="3695136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noProof="0" dirty="0"/>
              <a:t>Catalogare, </a:t>
            </a:r>
            <a:r>
              <a:rPr lang="it-IT" noProof="0" dirty="0" err="1"/>
              <a:t>metadatare</a:t>
            </a:r>
            <a:r>
              <a:rPr lang="it-IT" noProof="0" dirty="0"/>
              <a:t>, preservare e valorizzare i materiali elettorali di propaganda politica presenti</a:t>
            </a:r>
          </a:p>
          <a:p>
            <a:pPr marL="285750" indent="-2286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dirty="0"/>
              <a:t>Far emergere la portata iconografica, satirica e retorica che si cela dietro di essi</a:t>
            </a:r>
          </a:p>
          <a:p>
            <a:pPr marL="285750" indent="-2286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dirty="0"/>
              <a:t>Dare particolare rilievo ai manifesti e alle stampe, dato il maggiore impatto visivo e iconografico</a:t>
            </a:r>
            <a:endParaRPr lang="it-IT" noProof="0" dirty="0"/>
          </a:p>
        </p:txBody>
      </p:sp>
      <p:pic>
        <p:nvPicPr>
          <p:cNvPr id="8" name="Segnaposto immagine 7">
            <a:extLst>
              <a:ext uri="{FF2B5EF4-FFF2-40B4-BE49-F238E27FC236}">
                <a16:creationId xmlns:a16="http://schemas.microsoft.com/office/drawing/2014/main" id="{968964FC-5C17-505A-EFE0-844EB978254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r="7987" b="-2"/>
          <a:stretch>
            <a:fillRect/>
          </a:stretch>
        </p:blipFill>
        <p:spPr>
          <a:xfrm>
            <a:off x="7513688" y="2096064"/>
            <a:ext cx="3549647" cy="2565466"/>
          </a:xfrm>
          <a:prstGeom prst="rect">
            <a:avLst/>
          </a:prstGeom>
          <a:noFill/>
          <a:ln w="190500" cap="sq">
            <a:solidFill>
              <a:srgbClr val="FFFFFF"/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4F44E2CA-4AA9-19BD-D2A0-F9CABBC317C5}"/>
              </a:ext>
            </a:extLst>
          </p:cNvPr>
          <p:cNvSpPr txBox="1"/>
          <p:nvPr/>
        </p:nvSpPr>
        <p:spPr>
          <a:xfrm>
            <a:off x="7266721" y="5048071"/>
            <a:ext cx="40435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i="1" dirty="0"/>
              <a:t>Manifesti dei partiti politici in via Mario Angeloni a Città di Castello</a:t>
            </a:r>
            <a:r>
              <a:rPr lang="it-IT" sz="1200" dirty="0"/>
              <a:t>, 1948, Studio Fotografico Moderno/Giuseppe Tacchini, Biblioteca comunale "Giosuè Carducci", Città di Castello, in </a:t>
            </a:r>
            <a:r>
              <a:rPr lang="it-IT" sz="1200" dirty="0" err="1"/>
              <a:t>Europeana</a:t>
            </a:r>
            <a:r>
              <a:rPr lang="it-IT" sz="1200" dirty="0"/>
              <a:t>: </a:t>
            </a:r>
            <a:r>
              <a:rPr lang="it-IT" sz="1200" dirty="0">
                <a:hlinkClick r:id="rId4"/>
              </a:rPr>
              <a:t>https://www.europeana.eu/</a:t>
            </a:r>
            <a:r>
              <a:rPr lang="it-IT" sz="1200" dirty="0" err="1">
                <a:hlinkClick r:id="rId4"/>
              </a:rPr>
              <a:t>it</a:t>
            </a:r>
            <a:r>
              <a:rPr lang="it-IT" sz="1200" dirty="0">
                <a:hlinkClick r:id="rId4"/>
              </a:rPr>
              <a:t>/item/446/CCFototeca_BAL_RBN_318</a:t>
            </a:r>
            <a:r>
              <a:rPr lang="it-IT" sz="1200" dirty="0"/>
              <a:t>.</a:t>
            </a:r>
            <a:endParaRPr lang="it-IT" sz="1200" i="1" dirty="0"/>
          </a:p>
        </p:txBody>
      </p:sp>
    </p:spTree>
    <p:extLst>
      <p:ext uri="{BB962C8B-B14F-4D97-AF65-F5344CB8AC3E}">
        <p14:creationId xmlns:p14="http://schemas.microsoft.com/office/powerpoint/2010/main" val="534113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olo 3">
            <a:extLst>
              <a:ext uri="{FF2B5EF4-FFF2-40B4-BE49-F238E27FC236}">
                <a16:creationId xmlns:a16="http://schemas.microsoft.com/office/drawing/2014/main" id="{01B3CD52-F917-73F8-53E7-037F37FC45EC}"/>
              </a:ext>
            </a:extLst>
          </p:cNvPr>
          <p:cNvSpPr txBox="1">
            <a:spLocks/>
          </p:cNvSpPr>
          <p:nvPr/>
        </p:nvSpPr>
        <p:spPr>
          <a:xfrm>
            <a:off x="913795" y="609600"/>
            <a:ext cx="10353761" cy="12003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it-IT" sz="3400" dirty="0"/>
              <a:t>Le risorse individuate</a:t>
            </a:r>
          </a:p>
        </p:txBody>
      </p:sp>
      <p:graphicFrame>
        <p:nvGraphicFramePr>
          <p:cNvPr id="62" name="Diagramma 61">
            <a:extLst>
              <a:ext uri="{FF2B5EF4-FFF2-40B4-BE49-F238E27FC236}">
                <a16:creationId xmlns:a16="http://schemas.microsoft.com/office/drawing/2014/main" id="{048D8CE2-EA5D-1B24-B709-DA43F4AF78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8960191"/>
              </p:ext>
            </p:extLst>
          </p:nvPr>
        </p:nvGraphicFramePr>
        <p:xfrm>
          <a:off x="913795" y="2059580"/>
          <a:ext cx="10353761" cy="4188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98264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7E1C56-2256-71BB-E88B-6CC4B9AEF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Standard descrittivi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8AF6282-F52A-A69D-5F0B-F49CF91486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4965895" cy="4160081"/>
          </a:xfrm>
        </p:spPr>
        <p:txBody>
          <a:bodyPr/>
          <a:lstStyle/>
          <a:p>
            <a:pPr marL="0" indent="0">
              <a:buNone/>
            </a:pPr>
            <a:r>
              <a:rPr lang="it-IT" dirty="0">
                <a:sym typeface="Wingdings" panose="05000000000000000000" pitchFamily="2" charset="2"/>
              </a:rPr>
              <a:t>I modelli impiegati dagli aggregatori:</a:t>
            </a:r>
          </a:p>
          <a:p>
            <a:pPr marL="0" indent="0">
              <a:buNone/>
            </a:pPr>
            <a:endParaRPr lang="it-IT" dirty="0">
              <a:sym typeface="Wingdings" panose="05000000000000000000" pitchFamily="2" charset="2"/>
            </a:endParaRPr>
          </a:p>
          <a:p>
            <a:r>
              <a:rPr lang="it-IT" dirty="0">
                <a:sym typeface="Wingdings" panose="05000000000000000000" pitchFamily="2" charset="2"/>
              </a:rPr>
              <a:t>Standard ICCD  </a:t>
            </a:r>
            <a:r>
              <a:rPr lang="it-IT" dirty="0">
                <a:sym typeface="Wingdings" panose="05000000000000000000" pitchFamily="2" charset="2"/>
                <a:hlinkClick r:id="rId2"/>
              </a:rPr>
              <a:t>http://www.iccd.beniculturali.it/it/standard-catalografici</a:t>
            </a:r>
            <a:endParaRPr lang="it-IT" dirty="0"/>
          </a:p>
          <a:p>
            <a:r>
              <a:rPr lang="it-IT" dirty="0" err="1"/>
              <a:t>Europeana</a:t>
            </a:r>
            <a:r>
              <a:rPr lang="it-IT" dirty="0"/>
              <a:t> Data Model (EDM) </a:t>
            </a:r>
            <a:r>
              <a:rPr lang="it-IT" dirty="0">
                <a:sym typeface="Wingdings" panose="05000000000000000000" pitchFamily="2" charset="2"/>
              </a:rPr>
              <a:t> </a:t>
            </a:r>
            <a:r>
              <a:rPr lang="it-IT" dirty="0">
                <a:sym typeface="Wingdings" panose="05000000000000000000" pitchFamily="2" charset="2"/>
                <a:hlinkClick r:id="rId3"/>
              </a:rPr>
              <a:t>https://pro.europeana.eu/page/edm-documentation</a:t>
            </a:r>
            <a:endParaRPr lang="it-IT" dirty="0">
              <a:sym typeface="Wingdings" panose="05000000000000000000" pitchFamily="2" charset="2"/>
            </a:endParaRP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3434F9B0-2C89-EA39-275D-BFEC6504DE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2312" y="2107983"/>
            <a:ext cx="4955244" cy="4160081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Per garantire omogeneità al sito web:</a:t>
            </a:r>
          </a:p>
          <a:p>
            <a:pPr marL="0" indent="0">
              <a:buNone/>
            </a:pPr>
            <a:r>
              <a:rPr lang="en-GB" noProof="0" dirty="0"/>
              <a:t>cross-walk </a:t>
            </a:r>
            <a:r>
              <a:rPr lang="it-IT" noProof="0" dirty="0"/>
              <a:t>dei metadati</a:t>
            </a:r>
            <a:endParaRPr lang="it-IT" dirty="0"/>
          </a:p>
          <a:p>
            <a:pPr marL="0" indent="0">
              <a:buNone/>
            </a:pPr>
            <a:r>
              <a:rPr lang="it-IT" dirty="0"/>
              <a:t> </a:t>
            </a: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31C53071-4A6E-5388-0E08-6A1DA96051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315" y="3221602"/>
            <a:ext cx="4268674" cy="2667921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0C17F6AF-778F-1C6C-FB33-B35897BC6A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4684" y="4207689"/>
            <a:ext cx="838413" cy="838413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8FD142AC-221B-074E-03FF-C17989613D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0290" y="4207689"/>
            <a:ext cx="679657" cy="966019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4902EE5D-1481-699A-36D9-CFF478D0114B}"/>
              </a:ext>
            </a:extLst>
          </p:cNvPr>
          <p:cNvSpPr txBox="1"/>
          <p:nvPr/>
        </p:nvSpPr>
        <p:spPr>
          <a:xfrm>
            <a:off x="8944684" y="4186230"/>
            <a:ext cx="838412" cy="2616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it-IT" sz="1050" dirty="0"/>
              <a:t>aa</a:t>
            </a:r>
          </a:p>
        </p:txBody>
      </p:sp>
    </p:spTree>
    <p:extLst>
      <p:ext uri="{BB962C8B-B14F-4D97-AF65-F5344CB8AC3E}">
        <p14:creationId xmlns:p14="http://schemas.microsoft.com/office/powerpoint/2010/main" val="38919691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47F395-78C9-DFCE-D1CF-5C2AD2F1E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METODI DI ACCESSO e navigazione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FB1BE85-7763-20FA-8466-DB54984C0D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4160081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Ideati e impostati:</a:t>
            </a:r>
          </a:p>
          <a:p>
            <a:r>
              <a:rPr lang="it-IT" dirty="0"/>
              <a:t>Lista</a:t>
            </a:r>
          </a:p>
          <a:p>
            <a:r>
              <a:rPr lang="it-IT" dirty="0"/>
              <a:t>Luoghi</a:t>
            </a:r>
          </a:p>
          <a:p>
            <a:r>
              <a:rPr lang="it-IT" dirty="0"/>
              <a:t>Date</a:t>
            </a:r>
          </a:p>
          <a:p>
            <a:r>
              <a:rPr lang="it-IT" dirty="0"/>
              <a:t>Persone</a:t>
            </a:r>
          </a:p>
          <a:p>
            <a:r>
              <a:rPr lang="it-IT" dirty="0"/>
              <a:t>Partiti politici</a:t>
            </a:r>
          </a:p>
          <a:p>
            <a:r>
              <a:rPr lang="it-IT" dirty="0"/>
              <a:t>Barra di ricerca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F68078E-BFD8-93E5-03BC-764E8B5BD8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4160081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Effettivamente implementati:</a:t>
            </a:r>
          </a:p>
          <a:p>
            <a:r>
              <a:rPr lang="it-IT" dirty="0"/>
              <a:t>Lista </a:t>
            </a:r>
          </a:p>
          <a:p>
            <a:r>
              <a:rPr lang="it-IT" dirty="0"/>
              <a:t>Date (timeline Knight Lab) </a:t>
            </a:r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E4C37EB1-01F3-6A74-91B4-C02EB8FA963B}"/>
              </a:ext>
            </a:extLst>
          </p:cNvPr>
          <p:cNvCxnSpPr>
            <a:cxnSpLocks/>
          </p:cNvCxnSpPr>
          <p:nvPr/>
        </p:nvCxnSpPr>
        <p:spPr>
          <a:xfrm>
            <a:off x="1986116" y="2831690"/>
            <a:ext cx="40336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9D6D7810-EAEF-5209-571A-3F7D52C1BFA7}"/>
              </a:ext>
            </a:extLst>
          </p:cNvPr>
          <p:cNvCxnSpPr>
            <a:cxnSpLocks/>
          </p:cNvCxnSpPr>
          <p:nvPr/>
        </p:nvCxnSpPr>
        <p:spPr>
          <a:xfrm flipV="1">
            <a:off x="1986116" y="3303639"/>
            <a:ext cx="4033683" cy="4817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36574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E0CB2D-E13F-B371-7935-F047AF786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1246360"/>
          </a:xfrm>
        </p:spPr>
        <p:txBody>
          <a:bodyPr/>
          <a:lstStyle/>
          <a:p>
            <a:r>
              <a:rPr lang="it-IT" dirty="0"/>
              <a:t>RIFERIMENTI SITOGRAFICI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B7EBB27-E8C6-3543-4406-5EE9FC6A1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4152336"/>
          </a:xfrm>
        </p:spPr>
        <p:txBody>
          <a:bodyPr/>
          <a:lstStyle/>
          <a:p>
            <a:r>
              <a:rPr lang="it-IT" dirty="0"/>
              <a:t>Per l’ossatura principale del sito (home, lista, pagine degli item e dell’autore) </a:t>
            </a:r>
            <a:r>
              <a:rPr lang="it-IT" dirty="0">
                <a:sym typeface="Wingdings" panose="05000000000000000000" pitchFamily="2" charset="2"/>
              </a:rPr>
              <a:t> </a:t>
            </a:r>
            <a:r>
              <a:rPr lang="it-IT" dirty="0">
                <a:sym typeface="Wingdings" panose="05000000000000000000" pitchFamily="2" charset="2"/>
                <a:hlinkClick r:id="rId2"/>
              </a:rPr>
              <a:t>https://sviluppo-web-dhch.github.io/sito-da-riprodurre/</a:t>
            </a:r>
            <a:endParaRPr lang="it-IT" dirty="0">
              <a:sym typeface="Wingdings" panose="05000000000000000000" pitchFamily="2" charset="2"/>
            </a:endParaRPr>
          </a:p>
          <a:p>
            <a:endParaRPr lang="it-IT" dirty="0">
              <a:sym typeface="Wingdings" panose="05000000000000000000" pitchFamily="2" charset="2"/>
            </a:endParaRPr>
          </a:p>
          <a:p>
            <a:r>
              <a:rPr lang="it-IT" dirty="0">
                <a:sym typeface="Wingdings" panose="05000000000000000000" pitchFamily="2" charset="2"/>
              </a:rPr>
              <a:t>Per la pagina «Dati»  </a:t>
            </a:r>
            <a:r>
              <a:rPr lang="it-IT" dirty="0">
                <a:sym typeface="Wingdings" panose="05000000000000000000" pitchFamily="2" charset="2"/>
                <a:hlinkClick r:id="rId3"/>
              </a:rPr>
              <a:t>https://collectionbuilder.github.io/collectionbuilder-gh/data.html</a:t>
            </a:r>
            <a:endParaRPr lang="it-IT" dirty="0">
              <a:sym typeface="Wingdings" panose="05000000000000000000" pitchFamily="2" charset="2"/>
            </a:endParaRPr>
          </a:p>
          <a:p>
            <a:endParaRPr lang="it-IT" dirty="0">
              <a:sym typeface="Wingdings" panose="05000000000000000000" pitchFamily="2" charset="2"/>
            </a:endParaRPr>
          </a:p>
          <a:p>
            <a:r>
              <a:rPr lang="it-IT" dirty="0">
                <a:sym typeface="Wingdings" panose="05000000000000000000" pitchFamily="2" charset="2"/>
              </a:rPr>
              <a:t>Per uno stile semplice e «istituzionale»  </a:t>
            </a:r>
            <a:r>
              <a:rPr lang="it-IT" dirty="0">
                <a:sym typeface="Wingdings" panose="05000000000000000000" pitchFamily="2" charset="2"/>
                <a:hlinkClick r:id="rId4"/>
              </a:rPr>
              <a:t>https://www.archivipci.it/</a:t>
            </a:r>
            <a:endParaRPr lang="it-IT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9204718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DF751550A837458F675DC0EDA2E01A" ma:contentTypeVersion="6" ma:contentTypeDescription="Create a new document." ma:contentTypeScope="" ma:versionID="e0f2efc615ea7c2165c722a97587b1e6">
  <xsd:schema xmlns:xsd="http://www.w3.org/2001/XMLSchema" xmlns:xs="http://www.w3.org/2001/XMLSchema" xmlns:p="http://schemas.microsoft.com/office/2006/metadata/properties" xmlns:ns3="ec621e79-30a5-40a0-82cf-20feb35471e6" targetNamespace="http://schemas.microsoft.com/office/2006/metadata/properties" ma:root="true" ma:fieldsID="05d8eab6b1e18d03b34a363908ce1f25" ns3:_="">
    <xsd:import namespace="ec621e79-30a5-40a0-82cf-20feb35471e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621e79-30a5-40a0-82cf-20feb35471e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c621e79-30a5-40a0-82cf-20feb35471e6" xsi:nil="true"/>
  </documentManagement>
</p:properties>
</file>

<file path=customXml/itemProps1.xml><?xml version="1.0" encoding="utf-8"?>
<ds:datastoreItem xmlns:ds="http://schemas.openxmlformats.org/officeDocument/2006/customXml" ds:itemID="{41B5719C-D7AB-4657-BAC4-5B463E3DB63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114EBED-1E85-4F63-A572-2192C849752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c621e79-30a5-40a0-82cf-20feb35471e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6FB7388-8D7E-4A51-865E-988341C95EE3}">
  <ds:schemaRefs>
    <ds:schemaRef ds:uri="ec621e79-30a5-40a0-82cf-20feb35471e6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TM04033921[[fn=Damascato]]</Template>
  <TotalTime>863</TotalTime>
  <Words>308</Words>
  <Application>Microsoft Office PowerPoint</Application>
  <PresentationFormat>Widescreen</PresentationFormat>
  <Paragraphs>44</Paragraphs>
  <Slides>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1" baseType="lpstr">
      <vt:lpstr>Arial</vt:lpstr>
      <vt:lpstr>Bookman Old Style</vt:lpstr>
      <vt:lpstr>Rockwell</vt:lpstr>
      <vt:lpstr>Wingdings</vt:lpstr>
      <vt:lpstr>Damask</vt:lpstr>
      <vt:lpstr>PRIMA REPUBBLICA, PRIME ELEZIONI CHRISTIAN VEGNA   corso di digital humanities e  patrimonio culturale (a. a. 25/26)</vt:lpstr>
      <vt:lpstr>gli obiettivi del progetto </vt:lpstr>
      <vt:lpstr>Presentazione standard di PowerPoint</vt:lpstr>
      <vt:lpstr>Standard descrittivi</vt:lpstr>
      <vt:lpstr>METODI DI ACCESSO e navigazione</vt:lpstr>
      <vt:lpstr>RIFERIMENTI SITOGRAFICI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Vegna - christian.vegna@studio.unibo.it</dc:creator>
  <cp:lastModifiedBy>Christian Vegna - christian.vegna@studio.unibo.it</cp:lastModifiedBy>
  <cp:revision>16</cp:revision>
  <dcterms:created xsi:type="dcterms:W3CDTF">2026-07-09T14:00:41Z</dcterms:created>
  <dcterms:modified xsi:type="dcterms:W3CDTF">2026-07-14T15:28:42Z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0x010100AADF751550A837458F675DC0EDA2E01A</vt:lpwstr>
  </property>
</Properties>
</file>